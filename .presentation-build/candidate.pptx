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3c1a2df454181" /><Relationship Type="http://schemas.openxmlformats.org/officeDocument/2006/relationships/extended-properties" Target="/docProps/app.xml" Id="Rc90292cd56ab4be5" /><Relationship Type="http://schemas.openxmlformats.org/officeDocument/2006/relationships/officeDocument" Target="/ppt/presentation.xml" Id="R93904c8ed5a341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c2b0f972a4850"/>
  </p:sldMasterIdLst>
  <p:notesMasterIdLst>
    <p:notesMasterId xmlns:r="http://schemas.openxmlformats.org/officeDocument/2006/relationships" r:id="Ra00087326bfd437a"/>
  </p:notesMasterIdLst>
  <p:sldIdLst>
    <p:sldId xmlns:r="http://schemas.openxmlformats.org/officeDocument/2006/relationships" id="256" r:id="Rd3b5d0fe36724572"/>
    <p:sldId xmlns:r="http://schemas.openxmlformats.org/officeDocument/2006/relationships" id="257" r:id="R8793446b2c584e18"/>
    <p:sldId xmlns:r="http://schemas.openxmlformats.org/officeDocument/2006/relationships" id="258" r:id="R449638a7ab1f42d4"/>
    <p:sldId xmlns:r="http://schemas.openxmlformats.org/officeDocument/2006/relationships" id="259" r:id="R58b022678bcf4703"/>
    <p:sldId xmlns:r="http://schemas.openxmlformats.org/officeDocument/2006/relationships" id="260" r:id="R97e0eb24bc5241a7"/>
    <p:sldId xmlns:r="http://schemas.openxmlformats.org/officeDocument/2006/relationships" id="261" r:id="R5cf2d03c691e4cfe"/>
    <p:sldId xmlns:r="http://schemas.openxmlformats.org/officeDocument/2006/relationships" id="262" r:id="R00fbe670333a4177"/>
    <p:sldId xmlns:r="http://schemas.openxmlformats.org/officeDocument/2006/relationships" id="263" r:id="R7e1d4b3bb2a84618"/>
    <p:sldId xmlns:r="http://schemas.openxmlformats.org/officeDocument/2006/relationships" id="264" r:id="Rc03cc11cc894474d"/>
    <p:sldId xmlns:r="http://schemas.openxmlformats.org/officeDocument/2006/relationships" id="265" r:id="R561fd62821d344a0"/>
    <p:sldId xmlns:r="http://schemas.openxmlformats.org/officeDocument/2006/relationships" id="266" r:id="R67fdfb64f3c846a5"/>
    <p:sldId xmlns:r="http://schemas.openxmlformats.org/officeDocument/2006/relationships" id="267" r:id="Rc83c8221c56b4c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859bed2d68440c" /><Relationship Type="http://schemas.openxmlformats.org/officeDocument/2006/relationships/slideMaster" Target="/ppt/slideMasters/slideMaster1.xml" Id="Rbabc2b0f972a4850" /><Relationship Type="http://schemas.openxmlformats.org/officeDocument/2006/relationships/notesMaster" Target="/ppt/notesMasters/notesMaster1.xml" Id="Ra00087326bfd437a" /><Relationship Type="http://schemas.openxmlformats.org/officeDocument/2006/relationships/presProps" Target="/ppt/presProps.xml" Id="Rdff83bdf8d1d4744" /><Relationship Type="http://schemas.openxmlformats.org/officeDocument/2006/relationships/tableStyles" Target="/ppt/tableStyles.xml" Id="R8b8fe0575d094fb1" /><Relationship Type="http://schemas.openxmlformats.org/officeDocument/2006/relationships/slide" Target="/ppt/slides/slide1.xml" Id="Rd3b5d0fe36724572" /><Relationship Type="http://schemas.openxmlformats.org/officeDocument/2006/relationships/slide" Target="/ppt/slides/slide2.xml" Id="R8793446b2c584e18" /><Relationship Type="http://schemas.openxmlformats.org/officeDocument/2006/relationships/slide" Target="/ppt/slides/slide3.xml" Id="R449638a7ab1f42d4" /><Relationship Type="http://schemas.openxmlformats.org/officeDocument/2006/relationships/slide" Target="/ppt/slides/slide4.xml" Id="R58b022678bcf4703" /><Relationship Type="http://schemas.openxmlformats.org/officeDocument/2006/relationships/slide" Target="/ppt/slides/slide5.xml" Id="R97e0eb24bc5241a7" /><Relationship Type="http://schemas.openxmlformats.org/officeDocument/2006/relationships/slide" Target="/ppt/slides/slide6.xml" Id="R5cf2d03c691e4cfe" /><Relationship Type="http://schemas.openxmlformats.org/officeDocument/2006/relationships/slide" Target="/ppt/slides/slide7.xml" Id="R00fbe670333a4177" /><Relationship Type="http://schemas.openxmlformats.org/officeDocument/2006/relationships/slide" Target="/ppt/slides/slide8.xml" Id="R7e1d4b3bb2a84618" /><Relationship Type="http://schemas.openxmlformats.org/officeDocument/2006/relationships/slide" Target="/ppt/slides/slide9.xml" Id="Rc03cc11cc894474d" /><Relationship Type="http://schemas.openxmlformats.org/officeDocument/2006/relationships/slide" Target="/ppt/slides/slide10.xml" Id="R561fd62821d344a0" /><Relationship Type="http://schemas.openxmlformats.org/officeDocument/2006/relationships/slide" Target="/ppt/slides/slide11.xml" Id="R67fdfb64f3c846a5" /><Relationship Type="http://schemas.openxmlformats.org/officeDocument/2006/relationships/slide" Target="/ppt/slides/slide12.xml" Id="Rc83c8221c56b4c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db6fb9ac14c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ed67abff3e45b1" /><Relationship Type="http://schemas.openxmlformats.org/officeDocument/2006/relationships/notesMaster" Target="/ppt/notesMasters/notesMaster1.xml" Id="R8a92893e195f4f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5e426d45494463" /><Relationship Type="http://schemas.openxmlformats.org/officeDocument/2006/relationships/notesMaster" Target="/ppt/notesMasters/notesMaster1.xml" Id="Rf8da813afdb943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9565193f084e91" /><Relationship Type="http://schemas.openxmlformats.org/officeDocument/2006/relationships/notesMaster" Target="/ppt/notesMasters/notesMaster1.xml" Id="R5109d773f9a24f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4e9409ad8e4712" /><Relationship Type="http://schemas.openxmlformats.org/officeDocument/2006/relationships/notesMaster" Target="/ppt/notesMasters/notesMaster1.xml" Id="Rc04ee6d024f242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0a2d7e721a4786" /><Relationship Type="http://schemas.openxmlformats.org/officeDocument/2006/relationships/notesMaster" Target="/ppt/notesMasters/notesMaster1.xml" Id="Rc67989b0b3b546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025e88d7bd47ee" /><Relationship Type="http://schemas.openxmlformats.org/officeDocument/2006/relationships/notesMaster" Target="/ppt/notesMasters/notesMaster1.xml" Id="R3ed5f73b4e4d47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a1b37bcfaf4f16" /><Relationship Type="http://schemas.openxmlformats.org/officeDocument/2006/relationships/notesMaster" Target="/ppt/notesMasters/notesMaster1.xml" Id="R619d18209d944d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bbb57684ab4281" /><Relationship Type="http://schemas.openxmlformats.org/officeDocument/2006/relationships/notesMaster" Target="/ppt/notesMasters/notesMaster1.xml" Id="R3420a279a24f48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8579966b104fb0" /><Relationship Type="http://schemas.openxmlformats.org/officeDocument/2006/relationships/notesMaster" Target="/ppt/notesMasters/notesMaster1.xml" Id="Rde7043b1e4864e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c597469b5a4fae" /><Relationship Type="http://schemas.openxmlformats.org/officeDocument/2006/relationships/notesMaster" Target="/ppt/notesMasters/notesMaster1.xml" Id="R5e86a05bdf1840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e337cbcdc443bb" /><Relationship Type="http://schemas.openxmlformats.org/officeDocument/2006/relationships/notesMaster" Target="/ppt/notesMasters/notesMaster1.xml" Id="R75e4704be6ff40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872098be924aa9" /><Relationship Type="http://schemas.openxmlformats.org/officeDocument/2006/relationships/notesMaster" Target="/ppt/notesMasters/notesMaster1.xml" Id="Rc7f51cd353644b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Illustration et logo : fichiers du site du Cercle d’Échecs de Bischwiller. Ce guide explique la publication depuis l’espace de rédaction.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Romain prépare l’invitation et l’identifiant. L’utilisateur choisit uniquement son mot de passe. Après « Créer mon accès », le site ouvre l’espace de rédaction.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d’écran : document fourni, diapositive 4. Le bouton se trouve en haut de l’accueil de l’espace de rédaction.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d’écran : document fourni, diapositive 5. Le titre est obligatoire. Exemple de titre fictif, à remplacer par celui de votre article.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d’écran : document fourni, diapositive 5. La photo principale est facultative et s’affiche aussi dans la liste des actualités.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titre et le texte sont les seuls champs obligatoires. Pour ajouter une photo dans le texte, cliquez à l’endroit souhaité puis sur « Ajouter des photos ». Pour joindre un document, utilisez « Joindre un PDF ». Ces options sont facultatives.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d’écran : document fourni, diapositive 6. L’aperçu ne publie pas l’article. « Continuer à modifier » permet de revenir à la rédaction.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d’écran : document fourni, diapositive 6. Après la confirmation « C’est en ligne ! Votre article est visible sur le site. », le bouton « Voir l’article sur le site » ouvre la page publique.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d’écran : document fourni, diapositive 6. Un brouillon reste invisible sur le site. L’enregistrement n’est pas automatique.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Captures d’écran : document fourni, diapositives 4 et 7. Cliquez sur le titre de l’article dans la liste pour ouvrir la rédaction. Le lien « Voir » sert à consulter l’article.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d’écran : document fourni, diapositive 7. Ouvrez l’article concerné, puis descendez jusqu’à « Autres actions ». Une confirmation est demandée. La suppression retire définitivement l’article du site et de l’espace admin.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3f99539a54b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7b71da2007424c" /><Relationship Type="http://schemas.openxmlformats.org/officeDocument/2006/relationships/slideLayout" Target="/ppt/slideLayouts/slideLayout1.xml" Id="R0d0c5a482df247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0c5a482df247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e3e4045bb444d" /><Relationship Type="http://schemas.openxmlformats.org/officeDocument/2006/relationships/image" Target="/ppt/media/image.jpeg" Id="R718af0993dc04caf" /><Relationship Type="http://schemas.openxmlformats.org/officeDocument/2006/relationships/image" Target="/ppt/media/image.png" Id="R9b034b7a4e5d49bf" /><Relationship Type="http://schemas.openxmlformats.org/officeDocument/2006/relationships/notesSlide" Target="/ppt/notesSlides/notesSlide1.xml" Id="R01cedc126a14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455cc60ba4859" /><Relationship Type="http://schemas.openxmlformats.org/officeDocument/2006/relationships/notesSlide" Target="/ppt/notesSlides/notesSlide2.xml" Id="R384363cfcee641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f4dff08404a44" /><Relationship Type="http://schemas.openxmlformats.org/officeDocument/2006/relationships/hyperlink" Target="https://bischwiller-echecs.com/admin" TargetMode="External" Id="R8974f48269f64955" /><Relationship Type="http://schemas.openxmlformats.org/officeDocument/2006/relationships/notesSlide" Target="/ppt/notesSlides/notesSlide3.xml" Id="Rbed6cc5d3b4941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a8ee3fb6a43dd" /><Relationship Type="http://schemas.openxmlformats.org/officeDocument/2006/relationships/image" Target="/ppt/media/image2.png" Id="R7c37391ddd814fc6" /><Relationship Type="http://schemas.openxmlformats.org/officeDocument/2006/relationships/notesSlide" Target="/ppt/notesSlides/notesSlide4.xml" Id="R816ff0808c6045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c8bff976844e6" /><Relationship Type="http://schemas.openxmlformats.org/officeDocument/2006/relationships/image" Target="/ppt/media/image3.png" Id="R84460afdfce7413b" /><Relationship Type="http://schemas.openxmlformats.org/officeDocument/2006/relationships/notesSlide" Target="/ppt/notesSlides/notesSlide5.xml" Id="R8706858884bc45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e6bfe5b4e4b05" /><Relationship Type="http://schemas.openxmlformats.org/officeDocument/2006/relationships/image" Target="/ppt/media/image4.png" Id="R615d0c7401194ff9" /><Relationship Type="http://schemas.openxmlformats.org/officeDocument/2006/relationships/notesSlide" Target="/ppt/notesSlides/notesSlide6.xml" Id="Rdbadd1e08cc342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af81d82f64262" /><Relationship Type="http://schemas.openxmlformats.org/officeDocument/2006/relationships/notesSlide" Target="/ppt/notesSlides/notesSlide7.xml" Id="Re4959a3c28ca4a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2b7c8d6894f8f" /><Relationship Type="http://schemas.openxmlformats.org/officeDocument/2006/relationships/image" Target="/ppt/media/image5.png" Id="R2978b78f42954106" /><Relationship Type="http://schemas.openxmlformats.org/officeDocument/2006/relationships/notesSlide" Target="/ppt/notesSlides/notesSlide8.xml" Id="R9fb901a10a894e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2a138511c4d83" /><Relationship Type="http://schemas.openxmlformats.org/officeDocument/2006/relationships/image" Target="/ppt/media/image6.png" Id="Rc10838e258004607" /><Relationship Type="http://schemas.openxmlformats.org/officeDocument/2006/relationships/notesSlide" Target="/ppt/notesSlides/notesSlide9.xml" Id="R2ddadbf1686b47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cccfb1f83420c" /><Relationship Type="http://schemas.openxmlformats.org/officeDocument/2006/relationships/image" Target="/ppt/media/image7.png" Id="R69a61be3d75f4026" /><Relationship Type="http://schemas.openxmlformats.org/officeDocument/2006/relationships/notesSlide" Target="/ppt/notesSlides/notesSlide10.xml" Id="R64d8984d9fad4d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a9b011f754fce" /><Relationship Type="http://schemas.openxmlformats.org/officeDocument/2006/relationships/image" Target="/ppt/media/image8.png" Id="R44563e37529a415d" /><Relationship Type="http://schemas.openxmlformats.org/officeDocument/2006/relationships/image" Target="/ppt/media/image9.png" Id="R75ede3c930054fec" /><Relationship Type="http://schemas.openxmlformats.org/officeDocument/2006/relationships/notesSlide" Target="/ppt/notesSlides/notesSlide11.xml" Id="R71713f8380f64c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bd1af3a8a4659" /><Relationship Type="http://schemas.openxmlformats.org/officeDocument/2006/relationships/image" Target="/ppt/media/image10.png" Id="Rb491ea25272644d0" /><Relationship Type="http://schemas.openxmlformats.org/officeDocument/2006/relationships/notesSlide" Target="/ppt/notesSlides/notesSlide12.xml" Id="R0035bf2aa1bd45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af0993dc04caf"/>
          <a:srcRect xmlns:a="http://schemas.openxmlformats.org/drawingml/2006/main" l="29102" t="0" r="291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0"/>
            <a:ext cx="5095875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34b7a4e5d49bf"/>
          <a:stretch xmlns:a="http://schemas.openxmlformats.org/drawingml/2006/main"/>
        </p:blipFill>
        <p:spPr>
          <a:xfrm xmlns:a="http://schemas.openxmlformats.org/drawingml/2006/main">
            <a:off x="685800" y="5905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9D197-3BE8-4DC8-93B3-AF10DC12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9532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Cercle d’Échecs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Bischwiller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FC81F-166C-4EAE-AA52-C2581BE9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6334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Publier un article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sur le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738E8-FC8D-45EC-8513-3F27C4ED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CE5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CE5FF"/>
                </a:solidFill>
                <a:latin typeface="Arial"/>
                <a:ea typeface="Arial"/>
                <a:cs typeface="Arial"/>
              </a:rPr>
              <a:t>Le guide pas à pas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85185-531C-4DAE-AD57-7019380A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5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5FF"/>
                </a:solidFill>
                <a:latin typeface="Arial"/>
                <a:ea typeface="Arial"/>
                <a:cs typeface="Arial"/>
              </a:rPr>
              <a:t>bischwiller-echecs.com</a:t>
            </a:r>
          </a:p>
        </p:txBody>
      </p:sp>
    </p:spTree>
    <p:extLst>
      <p:ext uri="{BB962C8B-B14F-4D97-AF65-F5344CB8AC3E}">
        <p14:creationId xmlns:p14="http://schemas.microsoft.com/office/powerpoint/2010/main" val="2013892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8FC9E-5A25-47E2-80F3-CD02411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1. Votre accès au 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A3591-A75E-4D20-89BF-93859266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E9E9E-F23B-4AC6-8F91-7CD4A6F4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162B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62BE"/>
                </a:solidFill>
                <a:latin typeface="Arial"/>
                <a:ea typeface="Arial"/>
                <a:cs typeface="Arial"/>
              </a:rPr>
              <a:t>À faire une seule fois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73DB8-90FF-42B6-8549-9C385308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Demandez un lien d’invitation à Romain.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B3930-D4CF-48E4-84B6-DABD78A0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Ouvrez le lien et notez votre identifiant.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C3D20-CD69-4927-9F22-7119F8A2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Choisissez un mot de passe de </a:t>
            </a:r>
            <a:r>
              <a:rPr sz="217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10 caractères minimum</a:t>
            </a: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,</a:t>
            </a:r>
          </a:p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puis retapez-le dans le deuxième champ.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35F4E-AD93-48EC-A7F5-7D8812B6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Cliquez sur « </a:t>
            </a: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Créer mon accès</a:t>
            </a: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5FF39-9A1C-4FCA-99CE-63B17D82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Vous avez déjà un compte ? Passez directement à la page suivante.</a:t>
            </a:r>
          </a:p>
        </p:txBody>
      </p:sp>
    </p:spTree>
    <p:extLst>
      <p:ext uri="{BB962C8B-B14F-4D97-AF65-F5344CB8AC3E}">
        <p14:creationId xmlns:p14="http://schemas.microsoft.com/office/powerpoint/2010/main" val="699077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1EF1A-1569-4555-94E3-79E02DB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2. La connexion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39644-E4FD-4A58-8630-2919FBAC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EE76D-B162-4FDA-8592-DFC140F5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Ouvrez cette adresse dans votre navigateur 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ED150-24BF-45C0-949C-726CAAD2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162B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162BE"/>
                </a:solidFill>
                <a:latin typeface="Arial"/>
                <a:ea typeface="Arial"/>
                <a:cs typeface="Arial"/>
                <a:hlinkClick xmlns:r="http://schemas.openxmlformats.org/officeDocument/2006/relationships" r:id="R8974f48269f64955"/>
              </a:rPr>
              <a:t>https://bischwiller-echecs.com/admin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8A2D6-5493-4D37-ACFC-03951BD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Saisissez votre identifiant et votre mot de passe.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652C7-D7DB-4694-8A23-DDB5D55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Cliquez sur « </a:t>
            </a:r>
            <a:r>
              <a:rPr sz="24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Se connecter</a:t>
            </a:r>
            <a:r>
              <a:rPr sz="24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AE833-F745-49FA-AC8C-A0131DC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Mot de passe oublié ? Demandez un nouveau lien à Romain.</a:t>
            </a:r>
          </a:p>
        </p:txBody>
      </p:sp>
    </p:spTree>
    <p:extLst>
      <p:ext uri="{BB962C8B-B14F-4D97-AF65-F5344CB8AC3E}">
        <p14:creationId xmlns:p14="http://schemas.microsoft.com/office/powerpoint/2010/main" val="1597498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E9BD1-CA96-498B-815B-6DA2E8A2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3. Un nouvel article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B5DD9-72CA-438A-AA68-DDE13329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5DD57-CE3D-4696-8E3F-F4DFFB8A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Sur l’accueil de l’espace admin, cliquez sur</a:t>
            </a:r>
          </a:p>
          <a:p xmlns:a="http://schemas.openxmlformats.org/drawingml/2006/main">
            <a:pPr algn="l">
              <a:defRPr sz="225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« </a:t>
            </a:r>
            <a:r>
              <a:rPr sz="225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Écrire un nouvel article</a:t>
            </a:r>
            <a:r>
              <a:rPr sz="225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7391ddd814fc6"/>
          <a:srcRect xmlns:a="http://schemas.openxmlformats.org/drawingml/2006/main" l="20768" t="25105" r="20610" b="57668"/>
          <a:stretch xmlns:a="http://schemas.openxmlformats.org/drawingml/2006/main"/>
        </p:blipFill>
        <p:spPr>
          <a:xfrm xmlns:a="http://schemas.openxmlformats.org/drawingml/2006/main">
            <a:off x="685800" y="2905125"/>
            <a:ext cx="10820400" cy="159152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F36AC-41B7-4910-83AC-A4658BE5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Le formulaire de rédaction s’ouvre.</a:t>
            </a:r>
          </a:p>
        </p:txBody>
      </p:sp>
    </p:spTree>
    <p:extLst>
      <p:ext uri="{BB962C8B-B14F-4D97-AF65-F5344CB8AC3E}">
        <p14:creationId xmlns:p14="http://schemas.microsoft.com/office/powerpoint/2010/main" val="9061256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5505A-D95A-43D4-B161-985BACF6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4. Le titre de l’article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6E953-2876-4FCB-9CF8-84FA4D92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3100C-46F1-49E8-B881-0A10739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Dans « Le titre », écrivez une phrase courte et précise.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60afdfce7413b"/>
          <a:srcRect xmlns:a="http://schemas.openxmlformats.org/drawingml/2006/main" l="21279" t="28497" r="32809" b="52088"/>
          <a:stretch xmlns:a="http://schemas.openxmlformats.org/drawingml/2006/main"/>
        </p:blipFill>
        <p:spPr>
          <a:xfrm xmlns:a="http://schemas.openxmlformats.org/drawingml/2006/main">
            <a:off x="685800" y="2590800"/>
            <a:ext cx="10820400" cy="229748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5FF70-999F-47F4-8914-C2E96505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162B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162BE"/>
                </a:solidFill>
                <a:latin typeface="Arial"/>
                <a:ea typeface="Arial"/>
                <a:cs typeface="Arial"/>
              </a:rPr>
              <a:t>Exemple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B0FA9-570E-44FA-9F51-08094A87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Victoire de l’équipe 1 contre Metz</a:t>
            </a:r>
          </a:p>
        </p:txBody>
      </p:sp>
    </p:spTree>
    <p:extLst>
      <p:ext uri="{BB962C8B-B14F-4D97-AF65-F5344CB8AC3E}">
        <p14:creationId xmlns:p14="http://schemas.microsoft.com/office/powerpoint/2010/main" val="1227488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417B8-0B43-453F-ADEF-1B748196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5. La photo principale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E041B-049F-4F6D-BB65-280E28C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3C489-3D25-4408-93BC-7BCF5AB6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162B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162BE"/>
                </a:solidFill>
                <a:latin typeface="Arial"/>
                <a:ea typeface="Arial"/>
                <a:cs typeface="Arial"/>
              </a:rPr>
              <a:t>Facultatif : vous pouvez publier sans photo.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EB6C4-5C98-46B1-ACA0-120C777D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4958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Cliquez sur « </a:t>
            </a:r>
            <a:r>
              <a:rPr sz="21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Choisir une photo</a:t>
            </a:r>
            <a:r>
              <a:rPr sz="21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  <a:p xmlns:a="http://schemas.openxmlformats.org/drawingml/2006/main">
            <a:pPr algn="l">
              <a:defRPr sz="21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Sélectionnez une image sur votre ordinateur.</a:t>
            </a:r>
          </a:p>
          <a:p xmlns:a="http://schemas.openxmlformats.org/drawingml/2006/main">
            <a:pPr algn="l">
              <a:defRPr sz="21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Attendez qu’elle s’affiche.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FEB46-775C-4022-B132-972B0780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Cette photo apparaîtra</a:t>
            </a:r>
          </a:p>
          <a:p xmlns:a="http://schemas.openxmlformats.org/drawingml/2006/main">
            <a:pPr algn="l">
              <a:defRPr sz="21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en haut de l’article.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d0c7401194ff9"/>
          <a:srcRect xmlns:a="http://schemas.openxmlformats.org/drawingml/2006/main" l="21279" t="48956" r="32809" b="15240"/>
          <a:stretch xmlns:a="http://schemas.openxmlformats.org/drawingml/2006/main"/>
        </p:blipFill>
        <p:spPr>
          <a:xfrm xmlns:a="http://schemas.openxmlformats.org/drawingml/2006/main">
            <a:off x="5619750" y="2428875"/>
            <a:ext cx="5886450" cy="23048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95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9FB9C-20D2-4EFA-BE71-CDBD3E05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6. Le texte de l’article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68534-9FDE-45E2-A6FB-F6F24B04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145E0-4D48-464D-93DA-76359440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Descendez jusqu’à « </a:t>
            </a: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Le texte</a:t>
            </a: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», puis écrivez votre article.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EC6FF-4F34-4DBF-879B-169D63A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Racontez ce qui s’est passé, où et quand.</a:t>
            </a:r>
          </a:p>
          <a:p xmlns:a="http://schemas.openxmlformats.org/drawingml/2006/main">
            <a:pPr algn="l">
              <a:defRPr sz="24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Faites des paragraphes courts.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43461-8D28-4AFC-83C6-6A19A1B7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162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162BE"/>
                </a:solidFill>
                <a:latin typeface="Arial"/>
                <a:ea typeface="Arial"/>
                <a:cs typeface="Arial"/>
              </a:rPr>
              <a:t>La rubrique est facultative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52093-B038-44B7-8D25-A22B354F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Dans « La rubrique », choisissez le thème qui convient.</a:t>
            </a:r>
          </a:p>
          <a:p xmlns:a="http://schemas.openxmlformats.org/drawingml/2006/main">
            <a:pPr algn="l">
              <a:defRPr sz="21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Vous pouvez laisser ce choix vide.</a:t>
            </a:r>
          </a:p>
        </p:txBody>
      </p:sp>
    </p:spTree>
    <p:extLst>
      <p:ext uri="{BB962C8B-B14F-4D97-AF65-F5344CB8AC3E}">
        <p14:creationId xmlns:p14="http://schemas.microsoft.com/office/powerpoint/2010/main" val="207753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72E44-3B9B-48CC-8085-47C03E35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7. L’aperçu avant publication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CCE70-A744-4CEC-AC24-0331DCCE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42DBB-53AD-4041-85E7-81D4FC3B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En bas de la page, cliquez sur « </a:t>
            </a: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Aperçu</a:t>
            </a: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8b78f42954106"/>
          <a:srcRect xmlns:a="http://schemas.openxmlformats.org/drawingml/2006/main" l="3208" t="22835" r="79978" b="24409"/>
          <a:stretch xmlns:a="http://schemas.openxmlformats.org/drawingml/2006/main"/>
        </p:blipFill>
        <p:spPr>
          <a:xfrm xmlns:a="http://schemas.openxmlformats.org/drawingml/2006/main">
            <a:off x="685800" y="2762250"/>
            <a:ext cx="3048000" cy="134352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7C8DE-2C42-44D0-8A88-155603F8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57475"/>
            <a:ext cx="700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Vérifiez le titre et le texte.</a:t>
            </a:r>
          </a:p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Regardez aussi la photo, si vous en avez ajouté une.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5D9C4-1AA1-42AA-AE1B-13835486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Pour revenir au formulaire, cliquez sur « </a:t>
            </a:r>
            <a:r>
              <a:rPr sz="217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Continuer à modifier</a:t>
            </a: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2190-DE45-48C5-BC0A-9BF10536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L’aperçu permet de vérifier le résultat avant de le rendre visible.</a:t>
            </a:r>
          </a:p>
        </p:txBody>
      </p:sp>
    </p:spTree>
    <p:extLst>
      <p:ext uri="{BB962C8B-B14F-4D97-AF65-F5344CB8AC3E}">
        <p14:creationId xmlns:p14="http://schemas.microsoft.com/office/powerpoint/2010/main" val="20842307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1DA4A-3FFC-467C-9244-CAF3A9AB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8. La publication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2A43F-F947-49BD-BFBA-C8F68DB1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5677B-3331-44C2-B061-368E75EC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Quand tout est prêt, cliquez sur « </a:t>
            </a: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Publier l’article</a:t>
            </a: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838e258004607"/>
          <a:srcRect xmlns:a="http://schemas.openxmlformats.org/drawingml/2006/main" l="73230" t="21260" r="2987" b="22835"/>
          <a:stretch xmlns:a="http://schemas.openxmlformats.org/drawingml/2006/main"/>
        </p:blipFill>
        <p:spPr>
          <a:xfrm xmlns:a="http://schemas.openxmlformats.org/drawingml/2006/main">
            <a:off x="685800" y="2714625"/>
            <a:ext cx="4048125" cy="133682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DEC32-2C58-4C96-A3FE-DC8ED413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6B4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C6B46"/>
                </a:solidFill>
                <a:latin typeface="Arial"/>
                <a:ea typeface="Arial"/>
                <a:cs typeface="Arial"/>
              </a:rPr>
              <a:t>Attendez le message</a:t>
            </a:r>
          </a:p>
          <a:p xmlns:a="http://schemas.openxmlformats.org/drawingml/2006/main">
            <a:pPr algn="l">
              <a:defRPr sz="2625" b="1">
                <a:solidFill>
                  <a:srgbClr val="1C6B4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C6B46"/>
                </a:solidFill>
                <a:latin typeface="Arial"/>
                <a:ea typeface="Arial"/>
                <a:cs typeface="Arial"/>
              </a:rPr>
              <a:t>« C’est en ligne ! 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8FF3F-33A6-4180-BE23-F23EAEF7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Cliquez ensuite sur « </a:t>
            </a:r>
            <a:r>
              <a:rPr sz="225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Voir l’article sur le site</a:t>
            </a:r>
            <a:r>
              <a:rPr sz="225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</a:t>
            </a:r>
          </a:p>
          <a:p xmlns:a="http://schemas.openxmlformats.org/drawingml/2006/main">
            <a:pPr algn="l">
              <a:defRPr sz="225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pour vérifier le résultat.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A5B6C-4195-4DB7-A60E-67569551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6B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6B46"/>
                </a:solidFill>
                <a:latin typeface="Arial"/>
                <a:ea typeface="Arial"/>
                <a:cs typeface="Arial"/>
              </a:rPr>
              <a:t>Votre article est maintenant visible par les visiteurs.</a:t>
            </a:r>
          </a:p>
        </p:txBody>
      </p:sp>
    </p:spTree>
    <p:extLst>
      <p:ext uri="{BB962C8B-B14F-4D97-AF65-F5344CB8AC3E}">
        <p14:creationId xmlns:p14="http://schemas.microsoft.com/office/powerpoint/2010/main" val="19750318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6477B-B8EC-42A7-B00F-BC23653F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Finir plus tard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9E7C9-547F-4325-9028-4ECD31B3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37313-94BC-4B1C-92C1-FDE0D683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Cliquez sur « </a:t>
            </a: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Enregistrer sans publier</a:t>
            </a:r>
            <a:r>
              <a:rPr sz="232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61be3d75f4026"/>
          <a:srcRect xmlns:a="http://schemas.openxmlformats.org/drawingml/2006/main" l="47677" t="21260" r="25774" b="22835"/>
          <a:stretch xmlns:a="http://schemas.openxmlformats.org/drawingml/2006/main"/>
        </p:blipFill>
        <p:spPr>
          <a:xfrm xmlns:a="http://schemas.openxmlformats.org/drawingml/2006/main">
            <a:off x="685800" y="2647950"/>
            <a:ext cx="4476750" cy="132437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D11E5-31B9-4B31-A995-678F45C3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76525"/>
            <a:ext cx="5791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Attendez le message</a:t>
            </a:r>
          </a:p>
          <a:p xmlns:a="http://schemas.openxmlformats.org/drawingml/2006/main">
            <a:pPr algn="l">
              <a:defRPr sz="2325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« Brouillon enregistré. 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A5C7C-F599-43EB-87D0-7ACD7ACF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Sur l’accueil de l’espace admin, retrouvez votre article dans</a:t>
            </a:r>
          </a:p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« </a:t>
            </a:r>
            <a:r>
              <a:rPr sz="217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Brouillons à terminer</a:t>
            </a: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», puis cliquez sur « </a:t>
            </a:r>
            <a:r>
              <a:rPr sz="217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Reprendre</a:t>
            </a: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89D4E-585D-4CDD-BCC6-A34CB562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Un brouillon n’apparaît pas sur le site. Pensez à enregistrer avant de quitter.</a:t>
            </a:r>
          </a:p>
        </p:txBody>
      </p:sp>
    </p:spTree>
    <p:extLst>
      <p:ext uri="{BB962C8B-B14F-4D97-AF65-F5344CB8AC3E}">
        <p14:creationId xmlns:p14="http://schemas.microsoft.com/office/powerpoint/2010/main" val="2617748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5E1E1-E280-433E-988C-07D295F4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Modifier un article publié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37F48-2F8F-4347-9386-5C67377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C04FB-A82A-4718-B456-C11422B7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Sur l’accueil de l’espace admin, cliquez sur</a:t>
            </a:r>
          </a:p>
          <a:p xmlns:a="http://schemas.openxmlformats.org/drawingml/2006/main">
            <a:pPr algn="l">
              <a:defRPr sz="225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le titre de l’article à corriger.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63e37529a415d"/>
          <a:srcRect xmlns:a="http://schemas.openxmlformats.org/drawingml/2006/main" l="21293" t="73424" r="20873" b="15231"/>
          <a:stretch xmlns:a="http://schemas.openxmlformats.org/drawingml/2006/main"/>
        </p:blipFill>
        <p:spPr>
          <a:xfrm xmlns:a="http://schemas.openxmlformats.org/drawingml/2006/main">
            <a:off x="685800" y="2476500"/>
            <a:ext cx="10820400" cy="106236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2F0AE-BA62-426C-89B7-7D284B92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00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Faites vos corrections, puis cliquez sur</a:t>
            </a:r>
          </a:p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« </a:t>
            </a:r>
            <a:r>
              <a:rPr sz="2175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Enregistrer les modifications</a:t>
            </a: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de3c930054fec"/>
          <a:srcRect xmlns:a="http://schemas.openxmlformats.org/drawingml/2006/main" l="62750" t="5172" r="12550" b="74713"/>
          <a:stretch xmlns:a="http://schemas.openxmlformats.org/drawingml/2006/main"/>
        </p:blipFill>
        <p:spPr>
          <a:xfrm xmlns:a="http://schemas.openxmlformats.org/drawingml/2006/main">
            <a:off x="7362825" y="4210050"/>
            <a:ext cx="4143375" cy="9386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149AA-93E6-4AB8-B08D-366C35C7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Vérifiez ensuite la page de l’article sur le site.</a:t>
            </a:r>
          </a:p>
        </p:txBody>
      </p:sp>
    </p:spTree>
    <p:extLst>
      <p:ext uri="{BB962C8B-B14F-4D97-AF65-F5344CB8AC3E}">
        <p14:creationId xmlns:p14="http://schemas.microsoft.com/office/powerpoint/2010/main" val="17332565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45464-AA2A-4EB5-8FDF-3C6B4C09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51E"/>
                </a:solidFill>
                <a:latin typeface="Arial"/>
                <a:ea typeface="Arial"/>
                <a:cs typeface="Arial"/>
              </a:rPr>
              <a:t>Retirer ou supprimer un article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37B84-5E97-49AC-BCF2-94FBA0BF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78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E72AE-4E99-41C3-AAEC-C2FDB136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Ouvrez l’article dans l’espace admin, puis descendez</a:t>
            </a:r>
          </a:p>
          <a:p xmlns:a="http://schemas.openxmlformats.org/drawingml/2006/main">
            <a:pPr algn="l">
              <a:defRPr sz="2175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jusqu’à « Autres actions ».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1ea25272644d0"/>
          <a:srcRect xmlns:a="http://schemas.openxmlformats.org/drawingml/2006/main" l="1439" t="36782" r="28537" b="9195"/>
          <a:stretch xmlns:a="http://schemas.openxmlformats.org/drawingml/2006/main"/>
        </p:blipFill>
        <p:spPr>
          <a:xfrm xmlns:a="http://schemas.openxmlformats.org/drawingml/2006/main">
            <a:off x="685800" y="2381250"/>
            <a:ext cx="10820400" cy="232218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A8882-7F52-4151-9965-257662E1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162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162BE"/>
                </a:solidFill>
                <a:latin typeface="Arial"/>
                <a:ea typeface="Arial"/>
                <a:cs typeface="Arial"/>
              </a:rPr>
              <a:t>Le garder pour plus tard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6493E-EE2C-468C-8B02-C1BAC95B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52482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« Retirer du site (garder en brouillon) ».</a:t>
            </a:r>
          </a:p>
          <a:p xmlns:a="http://schemas.openxmlformats.org/drawingml/2006/main">
            <a:pPr algn="l">
              <a:defRPr sz="18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Confirmez : l’article reste dans l’espace admin.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87C4E-4A14-4EFF-9A8A-63D14859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9200"/>
            <a:ext cx="4800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B25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B2537"/>
                </a:solidFill>
                <a:latin typeface="Arial"/>
                <a:ea typeface="Arial"/>
                <a:cs typeface="Arial"/>
              </a:rPr>
              <a:t>L’effacer définitivement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BFABD-7F70-4954-9A9E-FC69E2E8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43550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« Supprimer l’article », puis confirmer.</a:t>
            </a:r>
          </a:p>
          <a:p xmlns:a="http://schemas.openxmlformats.org/drawingml/2006/main">
            <a:pPr algn="l">
              <a:defRPr sz="1800" b="0">
                <a:solidFill>
                  <a:srgbClr val="10151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51E"/>
                </a:solidFill>
                <a:latin typeface="Arial"/>
                <a:ea typeface="Arial"/>
                <a:cs typeface="Arial"/>
              </a:rPr>
              <a:t>L’article disparaît aussi de l’espace admin.</a:t>
            </a:r>
          </a:p>
        </p:txBody>
      </p:sp>
    </p:spTree>
    <p:extLst>
      <p:ext uri="{BB962C8B-B14F-4D97-AF65-F5344CB8AC3E}">
        <p14:creationId xmlns:p14="http://schemas.microsoft.com/office/powerpoint/2010/main" val="1253931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2026-09-10T18:54:19.8510000Z</dcterms:created>
  <dcterms:modified xsi:type="dcterms:W3CDTF">2026-09-10T18:54:19.8510000Z</dcterms:modified>
</coreProperties>
</file>