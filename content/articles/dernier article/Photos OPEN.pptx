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4" autoAdjust="0"/>
    <p:restoredTop sz="94660"/>
  </p:normalViewPr>
  <p:slideViewPr>
    <p:cSldViewPr snapToGrid="0">
      <p:cViewPr varScale="1">
        <p:scale>
          <a:sx n="60" d="100"/>
          <a:sy n="60" d="100"/>
        </p:scale>
        <p:origin x="6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557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8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11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978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10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52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48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71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121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99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49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FA1C2-8E3B-4BA0-AD56-2340C3F3C3B5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DA62-7C48-421A-B94F-AE7EB828AE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73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460" y="0"/>
            <a:ext cx="6620540" cy="353000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79886"/>
            <a:ext cx="5475767" cy="387811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65" y="233335"/>
            <a:ext cx="1682836" cy="252108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460" y="3625703"/>
            <a:ext cx="6622062" cy="323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728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Auchan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SAVIGNON YANNIS</dc:creator>
  <cp:lastModifiedBy>SAVIGNON YANNIS</cp:lastModifiedBy>
  <cp:revision>2</cp:revision>
  <dcterms:created xsi:type="dcterms:W3CDTF">2026-09-01T12:38:14Z</dcterms:created>
  <dcterms:modified xsi:type="dcterms:W3CDTF">2026-09-01T12:44:06Z</dcterms:modified>
</cp:coreProperties>
</file>